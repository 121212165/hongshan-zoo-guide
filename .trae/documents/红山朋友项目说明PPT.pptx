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HONGSHAN FRIEND · TOUR GUIDE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红山朋友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陪逛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让每个人按自己的方式，逛出只属于自己的红山。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948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参赛演示作品 · 南京红山森林动物园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45948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· 26.07.20 · 01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 · 目录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50" kern="0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个篇章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60520" y="914400"/>
            <a:ext cx="36576" cy="5943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Text 4"/>
          <p:cNvSpPr/>
          <p:nvPr/>
        </p:nvSpPr>
        <p:spPr>
          <a:xfrm>
            <a:off x="4343400" y="914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9144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问题与定位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0" y="1234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600万游客背后的1000+沉睡故事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6576" cy="5943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6916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产品与功能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三幕旅程 × 六模块闭环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2468880"/>
            <a:ext cx="36576" cy="5943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468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468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技术方案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2788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六层栈 · 薄承载厚技能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60520" y="3246120"/>
            <a:ext cx="36576" cy="5943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32461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0600" y="3246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工程化与评测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3566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50题金标 · 门禁已通过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863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MOUNTAIN FRIEND · 红山朋友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 · 问题与定位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为何需要一只陪逛 Agent？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36576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5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600万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21408" y="2057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人次/年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年游客量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红山森林动物园年接待游客超600万，大量游客首次到访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50" kern="0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56048" y="2057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沉睡故事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场馆内动物个体故事、饲养员知识无法被游客有效获取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36576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5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1v1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790688" y="2057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饲养员讲解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深度讲解仅限饲养员1v1导览，无法规模化覆盖所有游客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 · 痛点洞察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游前 · 游中 · 游后，每一幕都有隐性需求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信息过载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攻略分散在20+平台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路线规划耗时30-60分钟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无法预知动物状态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365760" cy="36576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动物不认识，故事听不到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饲养员1v1名额秒空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遇到'看不到'时无人解释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365760" cy="36576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体验断档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7432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照片在相册里落灰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知识碎片化无法沉淀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与动物园的联结止于离开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 · 产品定位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红山朋友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把饲养员 1v1 的体验，规模化。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一只随身、可信任、会预期管理的 AI 陪逛伙伴——游前为你编织行程，游中陪你认动物，游后替你沉淀手账。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93192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783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游前编织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基于兴趣/体力/时段动态生成专属路线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514600"/>
            <a:ext cx="393192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游中陪逛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语音+图文多模态讲解，预期管理反转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383280"/>
            <a:ext cx="393192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520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游后手账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自动生成'我的红山地图'长期资产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 · 六大功能模块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从内容活化到游后手账，六模块闭环。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11887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内容活化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将动物档案+饲养员知识转化为可交互的个体故事卡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737360"/>
            <a:ext cx="2651760" cy="11887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行程编织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基于兴趣/体力/时段生成动态专属路线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651760" cy="11887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72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多模态讲解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语音+图文+视频多模态动物识别与讲解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51760" cy="11887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预期管理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直面'看不到'，用反转叙事替代失望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3108960"/>
            <a:ext cx="2651760" cy="11887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动态调线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根据实时客流/动物活跃度调整推荐路线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2651760" cy="11887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游后手账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自动生成个人红山地图+理念时刻相册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 · 灵魂亮点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看不到，也是一种看见。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当杜杜在树上睡觉、茉莉在抱树休息、老马已离世——「看不到」恰恰是红山最骄傲的事：在这里，动物有不营业的权利。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先承认事实——「它此刻大概率在树冠高处背对着大家睡觉」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再提供理念——「看不到它，恰恰是红山最骄傲的事」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1148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最后给替代——「明早 9:30–10:30 它最活跃；或去东侧观察窗」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 · 技术架构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六层栈，薄承载厚技能。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86200" y="1600200"/>
            <a:ext cx="1371600" cy="594360"/>
          </a:xfrm>
          <a:prstGeom prst="rect">
            <a:avLst/>
          </a:prstGeom>
          <a:solidFill>
            <a:srgbClr val="1A3A7A"/>
          </a:solidFill>
          <a:ln/>
        </p:spPr>
      </p:sp>
      <p:sp>
        <p:nvSpPr>
          <p:cNvPr id="5" name="Text 3"/>
          <p:cNvSpPr/>
          <p:nvPr/>
        </p:nvSpPr>
        <p:spPr>
          <a:xfrm>
            <a:off x="3959352" y="16002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9768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合规伦理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32120" y="16002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安全护栏+立场声明+边界诚实拒绝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0" cy="91440"/>
          </a:xfrm>
          <a:prstGeom prst="line">
            <a:avLst/>
          </a:prstGeom>
          <a:noFill/>
          <a:ln w="12700">
            <a:solidFill>
              <a:srgbClr val="D4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2286000"/>
            <a:ext cx="1371600" cy="5943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0" name="Text 8"/>
          <p:cNvSpPr/>
          <p:nvPr/>
        </p:nvSpPr>
        <p:spPr>
          <a:xfrm>
            <a:off x="3959352" y="22860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0" y="2286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数据知识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22860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动物档案+场馆图谱+知识库RAG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880360"/>
            <a:ext cx="0" cy="91440"/>
          </a:xfrm>
          <a:prstGeom prst="line">
            <a:avLst/>
          </a:prstGeom>
          <a:noFill/>
          <a:ln w="12700">
            <a:solidFill>
              <a:srgbClr val="D4D4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2971800"/>
            <a:ext cx="1371600" cy="594360"/>
          </a:xfrm>
          <a:prstGeom prst="rect">
            <a:avLst/>
          </a:prstGeom>
          <a:solidFill>
            <a:srgbClr val="1A5AB0"/>
          </a:solidFill>
          <a:ln/>
        </p:spPr>
      </p:sp>
      <p:sp>
        <p:nvSpPr>
          <p:cNvPr id="15" name="Text 13"/>
          <p:cNvSpPr/>
          <p:nvPr/>
        </p:nvSpPr>
        <p:spPr>
          <a:xfrm>
            <a:off x="3959352" y="29718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2971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模型组合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29718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Qwen3-Max·Qwen-Long·Qwen-VL·FunASR·CosyVoice·BGE-M3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566160"/>
            <a:ext cx="0" cy="91440"/>
          </a:xfrm>
          <a:prstGeom prst="line">
            <a:avLst/>
          </a:prstGeom>
          <a:noFill/>
          <a:ln w="12700">
            <a:solidFill>
              <a:srgbClr val="D4D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3657600"/>
            <a:ext cx="1371600" cy="594360"/>
          </a:xfrm>
          <a:prstGeom prst="rect">
            <a:avLst/>
          </a:prstGeom>
          <a:solidFill>
            <a:srgbClr val="3A7AD0"/>
          </a:solidFill>
          <a:ln/>
        </p:spPr>
      </p:sp>
      <p:sp>
        <p:nvSpPr>
          <p:cNvPr id="20" name="Text 18"/>
          <p:cNvSpPr/>
          <p:nvPr/>
        </p:nvSpPr>
        <p:spPr>
          <a:xfrm>
            <a:off x="3959352" y="36576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3657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Agent编排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6576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确定性路由+LLM网关+降级链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4251960"/>
            <a:ext cx="0" cy="91440"/>
          </a:xfrm>
          <a:prstGeom prst="line">
            <a:avLst/>
          </a:prstGeom>
          <a:noFill/>
          <a:ln w="12700">
            <a:solidFill>
              <a:srgbClr val="D4D4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4343400"/>
            <a:ext cx="1371600" cy="594360"/>
          </a:xfrm>
          <a:prstGeom prst="rect">
            <a:avLst/>
          </a:prstGeom>
          <a:solidFill>
            <a:srgbClr val="5A9AF0"/>
          </a:solidFill>
          <a:ln/>
        </p:spPr>
      </p:sp>
      <p:sp>
        <p:nvSpPr>
          <p:cNvPr id="25" name="Text 23"/>
          <p:cNvSpPr/>
          <p:nvPr/>
        </p:nvSpPr>
        <p:spPr>
          <a:xfrm>
            <a:off x="3959352" y="43434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0" y="43434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三幕应用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43434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游前编织/游中陪逛/游后手账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937760"/>
            <a:ext cx="0" cy="91440"/>
          </a:xfrm>
          <a:prstGeom prst="line">
            <a:avLst/>
          </a:prstGeom>
          <a:noFill/>
          <a:ln w="12700">
            <a:solidFill>
              <a:srgbClr val="D4D4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86200" y="5029200"/>
            <a:ext cx="1371600" cy="594360"/>
          </a:xfrm>
          <a:prstGeom prst="rect">
            <a:avLst/>
          </a:prstGeom>
          <a:solidFill>
            <a:srgbClr val="8AB8FF"/>
          </a:solidFill>
          <a:ln/>
        </p:spPr>
      </p:sp>
      <p:sp>
        <p:nvSpPr>
          <p:cNvPr id="30" name="Text 28"/>
          <p:cNvSpPr/>
          <p:nvPr/>
        </p:nvSpPr>
        <p:spPr>
          <a:xfrm>
            <a:off x="3959352" y="50292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0" y="5029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交互层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32120" y="50292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语音+图文+多模态Web前端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 · 工程化质量保障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从网关到日历，五站质量门禁。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80160" y="2468880"/>
            <a:ext cx="6583680" cy="0"/>
          </a:xfrm>
          <a:prstGeom prst="line">
            <a:avLst/>
          </a:prstGeom>
          <a:noFill/>
          <a:ln w="25400">
            <a:solidFill>
              <a:srgbClr val="002F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395728"/>
            <a:ext cx="146304" cy="146304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网关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统一入口+降级链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Max→Plus→模板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52928" y="2395728"/>
            <a:ext cx="146304" cy="146304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金标50题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覆盖6大场景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确定性路由验证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402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2395728"/>
            <a:ext cx="146304" cy="146304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三维评分卡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准确性+安全性+立场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句级否定感知Judge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8620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44768" y="2395728"/>
            <a:ext cx="146304" cy="146304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CI三档门禁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P0硬阻断/P1告警/P2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监控，自动化拦截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321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90688" y="2395728"/>
            <a:ext cx="146304" cy="146304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质量日历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78040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每日基线巡检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周度回归报告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804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 · 评测结果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题金标 · 门禁已通过。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9545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32192" y="2240280"/>
            <a:ext cx="87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/3.0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平均分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954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50题三维评分加权平均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48890" y="2103120"/>
            <a:ext cx="19545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48890" y="3017520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0分率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8890" y="3337560"/>
            <a:ext cx="1954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无任何维度得0分的用例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0580" y="2103120"/>
            <a:ext cx="19545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715572" y="2240280"/>
            <a:ext cx="87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0580" y="3017520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立场0分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40580" y="3337560"/>
            <a:ext cx="1954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立场维度无违规，边界安全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32270" y="2103120"/>
            <a:ext cx="19545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50" kern="0" dirty="0">
                <a:solidFill>
                  <a:srgbClr val="5B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32270" y="3017520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引用覆盖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32270" y="3337560"/>
            <a:ext cx="1954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所有回答均引用知识库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把红山沉睡故事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变成个体档案。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21945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让失望时刻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反转为理念时刻。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3474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这套 pipeline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送给全国中小动物园。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8912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 · 展望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千园计划 · pipeline 开源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将质量工程pipeline适配到全国中小动物园，降低AI导览接入门槛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多模态升级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接入实时视频流分析，实现动物行为识别与自动讲解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3657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社区共建数据层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开放动物档案编辑平台，让饲养员与游客共同丰富知识库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红山朋友 · 陪逛 Agent · 项目说明</dc:title>
  <dc:subject>PptxGenJS Presentation</dc:subject>
  <dc:creator>红山朋友团队</dc:creator>
  <cp:lastModifiedBy>红山朋友团队</cp:lastModifiedBy>
  <cp:revision>1</cp:revision>
  <dcterms:created xsi:type="dcterms:W3CDTF">2026-07-20T08:35:47Z</dcterms:created>
  <dcterms:modified xsi:type="dcterms:W3CDTF">2026-07-20T08:35:47Z</dcterms:modified>
</cp:coreProperties>
</file>